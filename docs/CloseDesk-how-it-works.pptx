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A15A"/>
                </a:solidFill>
                <a:latin typeface="Calibri"/>
              </a:rPr>
              <a:t>CLOSEDESK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CF7"/>
                </a:solidFill>
                <a:latin typeface="Georgia"/>
              </a:rPr>
              <a:t>The inbox reads itself overnight.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5DCCF"/>
                </a:solidFill>
                <a:latin typeface="Calibri"/>
              </a:rPr>
              <a:t>Scripts pull the text, the amounts, and the dates.
A local model in Bionic decides what each message is and where it goes.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A15A"/>
                </a:solidFill>
                <a:latin typeface="Calibri"/>
              </a:rPr>
              <a:t>Daily digest   ·   Important   ·   Action items   ·   Informational   ·  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A heavy inbox all looks the same.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Invoices, wires, bank statements, payroll, audit requests, and newsletters arrive in one list.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Opening each one to find out what it is takes longer than the work itself.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The dangerous note — “our bank details changed, please wire today” — looks like the rest.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You want a morning pile, not another inbox to scroll.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754880"/>
            <a:ext cx="11064240" cy="132588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CF7"/>
                </a:solidFill>
                <a:latin typeface="Calibri"/>
              </a:rPr>
              <a:t>CloseDesk’s morning is five places: the digest, Important, the action list, Informational, and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THE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Scripts are the tools. Bionic is the reader.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394960" cy="44805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Scripts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Read PDF, Excel, Word, PowerPoint, CSV, ZIP, .msg, and .eml.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Pull invoice numbers, amounts, due dates, and last-4 of account numbers.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Flag a payment-instruction change.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Draft a folder so the board is never empty.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486400" cy="448056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4A15A"/>
                </a:solidFill>
                <a:latin typeface="Georgia"/>
              </a:rPr>
              <a:t>Bionic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FFFCF7"/>
                </a:solidFill>
                <a:latin typeface="Calibri"/>
              </a:rPr>
              <a:t>Reads the packet. It does not re-open the PDF.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CF7"/>
                </a:solidFill>
                <a:latin typeface="Calibri"/>
              </a:rPr>
              <a:t>Chooses the category, the folder, and the importance.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CF7"/>
                </a:solidFill>
                <a:latin typeface="Calibri"/>
              </a:rPr>
              <a:t>Writes the one-line summary you scan at breakfast.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FFFCF7"/>
                </a:solidFill>
                <a:latin typeface="Calibri"/>
              </a:rPr>
              <a:t>Writes the action items, or keeps the script’s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ON THE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A folder is enough. Outlook login is optional.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inbox/incoming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Drop .msg and .eml files here. A loose PDF or workbook is read on its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00200"/>
            <a:ext cx="5486400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inbox/attachments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If the files were saved separately, put them in a folder named like the message.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5486400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inbox/processed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Originals move here after a successful read, under the day’s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794760"/>
            <a:ext cx="5486400" cy="196596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inbox/extracted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72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Unpacked copies, so you can open the file without hunting through mail.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ONE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What Bionic sends back for each message.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3657600" cy="1920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68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16"/>
                </a:solidFill>
                <a:latin typeface="Calibri"/>
              </a:rPr>
              <a:t>Invoice, remittance, statement, tax notice, newsletter, and the 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657600" cy="1920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68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16"/>
                </a:solidFill>
                <a:latin typeface="Calibri"/>
              </a:rPr>
              <a:t>Important, informational, or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645920"/>
            <a:ext cx="3657600" cy="1920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Importance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468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16"/>
                </a:solidFill>
                <a:latin typeface="Calibri"/>
              </a:rPr>
              <a:t>Critical, high, medium, or 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94760"/>
            <a:ext cx="3657600" cy="1920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050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16"/>
                </a:solidFill>
                <a:latin typeface="Calibri"/>
              </a:rPr>
              <a:t>One sentence. This is what the list shows.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794760"/>
            <a:ext cx="3657600" cy="1920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050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16"/>
                </a:solidFill>
                <a:latin typeface="Calibri"/>
              </a:rPr>
              <a:t>Real tasks, with a due date when the packet has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3794760"/>
            <a:ext cx="3657600" cy="1920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4050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43F"/>
                </a:solidFill>
                <a:latin typeface="Georgia"/>
              </a:rPr>
              <a:t>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4617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16"/>
                </a:solidFill>
                <a:latin typeface="Calibri"/>
              </a:rPr>
              <a:t>A sentence you can check when the filing looks odd.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IN THE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Five places. You do not start at the top of the inbox.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55680" cy="80467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F"/>
                </a:solidFill>
                <a:latin typeface="Georgia"/>
              </a:rPr>
              <a:t>Daily digest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45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Fraud first, then overdue, due today, invoices, and cash.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77440"/>
            <a:ext cx="11155680" cy="804672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F"/>
                </a:solidFill>
                <a:latin typeface="Georgia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60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Needs a decision, a payment check, or a close task.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40"/>
            <a:ext cx="11155680" cy="80467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F"/>
                </a:solidFill>
                <a:latin typeface="Georgia"/>
              </a:rPr>
              <a:t>Action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747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The task list. Mark them done, or export the CSV.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06240"/>
            <a:ext cx="11155680" cy="804672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F"/>
                </a:solidFill>
                <a:latin typeface="Georgia"/>
              </a:rPr>
              <a:t>Informational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389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Newsletters and FYI. Nothing is waiting on you.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20640"/>
            <a:ext cx="11155680" cy="804672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285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F"/>
                </a:solidFill>
                <a:latin typeface="Georgia"/>
              </a:rPr>
              <a:t>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3035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Statements, POs, contracts. Keep them. Not tonight’s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WHILE YOU SLEEP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One command runs the night.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743200" cy="329184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CF7"/>
                </a:solidFill>
                <a:latin typeface="Georgia"/>
              </a:rP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DF"/>
                </a:solidFill>
                <a:latin typeface="Calibri"/>
              </a:rPr>
              <a:t>New files in the drop folder, and Outlook if you connected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920240"/>
            <a:ext cx="2743200" cy="3291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CF7"/>
                </a:solidFill>
                <a:latin typeface="Georgia"/>
              </a:rPr>
              <a:t>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918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DF"/>
                </a:solidFill>
                <a:latin typeface="Calibri"/>
              </a:rPr>
              <a:t>Text, amounts, dates, filenames. The raw file stays closed.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2743200" cy="3291840"/>
          </a:xfrm>
          <a:prstGeom prst="rect">
            <a:avLst/>
          </a:prstGeom>
          <a:solidFill>
            <a:srgbClr val="122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CF7"/>
                </a:solidFill>
                <a:latin typeface="Georgia"/>
              </a:rPr>
              <a:t>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918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DF"/>
                </a:solidFill>
                <a:latin typeface="Calibri"/>
              </a:rPr>
              <a:t>The local model files up to 40 drafts.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920240"/>
            <a:ext cx="2743200" cy="32918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CF7"/>
                </a:solidFill>
                <a:latin typeface="Georgia"/>
              </a:rPr>
              <a:t>Leave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29184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ADF"/>
                </a:solidFill>
                <a:latin typeface="Calibri"/>
              </a:rPr>
              <a:t>Folders, the digest, and data/overnight/YYYY-MM-DD.md.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2243F"/>
                </a:solidFill>
                <a:latin typeface="Consolas"/>
              </a:rPr>
              <a:t>python -m controller_inbox overnight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TWO WAYS TO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Same model. Same tools. Pick who drives.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48640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Unattended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Leave LM Studio’s local server on.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Run the overnight command before you stop.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In the morning, open the dashboard.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Rows still waiting say so. Run it again if the server was 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5486400" cy="43891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In Bionic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Install the closedesk-inbox skill.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Ask Bionic to process the waiting queue.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It calls prepare_queue, then save_reading, then the digest.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B2416"/>
                </a:solidFill>
                <a:latin typeface="Calibri"/>
              </a:rPr>
              <a:t>Use this when you want to watch a batch, or correct course.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SHIP IT INTO BIONIC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The skill is a folder. Bionic already knows this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The skill lives at bionic/closedesk-inbox/SKILL.md.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In Bionic: Settings → Skills, and add that file. Or type @Install Skill.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Open this project as Bionic’s working folder. The tools are python -m controller_inbox tool 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Set CONTROLLER_INBOX_LLM=true and point LLM_BASE_URL at http://127.0.0.1:1234/v1.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local-model means “whatever LM Studio has loaded.” Pin a model id only if you want one.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The written steps are in docs/BIONIC_GUIDE.md.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WHEN IT IS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Say why. That reason is the next lesson.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Open the message and use Wrong category? A sentence is required.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The next message from that sender follows the correction.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The overnight run will not overwrite a message you already fixed.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The reason is handed to Bionic inside the packet for later mail from that sender.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The same line is saved in data/training/corrections.jsonl.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2416"/>
                </a:solidFill>
                <a:latin typeface="Calibri"/>
              </a:rPr>
              <a:t>A saved correction cannot clear a new payment-instruction warning.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THE ONE RULE THE MODEL CANNOT BEND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A changed bank account is not informational.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1155680" cy="2103120"/>
          </a:xfrm>
          <a:prstGeom prst="rect">
            <a:avLst/>
          </a:prstGeom>
          <a:solidFill>
            <a:srgbClr val="9B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CF7"/>
                </a:solidFill>
                <a:latin typeface="Georgia"/>
              </a:rPr>
              <a:t>Do not process. Verify by phone.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CF7"/>
                </a:solidFill>
                <a:latin typeface="Calibri"/>
              </a:rPr>
              <a:t>Call a number you already have. Do not pay, and do not update the vendor from the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B2416"/>
                </a:solidFill>
                <a:latin typeface="Calibri"/>
              </a:rPr>
              <a:t>If Bionic files that packet as a newsletter or as informational, CloseDesk puts it back in Important.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2416"/>
                </a:solidFill>
                <a:latin typeface="Calibri"/>
              </a:rPr>
              <a:t>Any action that says to pay the new account is dropped. The phone-verify task stays.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B2416"/>
                </a:solidFill>
                <a:latin typeface="Calibri"/>
              </a:rPr>
              <a:t>A real wire that says it is not a change of account stays a wire request, not a fraud flag.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EASY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Five steps. The written page is docs/SETUP.md.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1    Install.  python -m venv .venv, then pip install -e ".[dev]"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2    Prove it.  python -m controller_inbox demo --serve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3    Start LM Studio’s local server, and set CONTROLLER_INBOX_LLM=true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4    Drop .msg files into inbox/incoming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1B2416"/>
                </a:solidFill>
                <a:latin typeface="Calibri"/>
              </a:rPr>
              <a:t>5    python -m controller_inbox overnight, then serve in the morning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E6A59"/>
                </a:solidFill>
                <a:latin typeface="Calibri"/>
              </a:rPr>
              <a:t>Outlook login is optional. The drop folder is enough for the first night.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15A"/>
                </a:solidFill>
                <a:latin typeface="Calibri"/>
              </a:rPr>
              <a:t>READY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2243F"/>
                </a:solidFill>
                <a:latin typeface="Georgia"/>
              </a:rPr>
              <a:t>Three checks, then leave it on overnight.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155680" cy="11887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190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The sample opens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76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demo --serve shows Morning, Important, Informational, and Reference.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0360"/>
            <a:ext cx="11155680" cy="11887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363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449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Your file 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02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A .msg in inbox/incoming shows up after ingest or overnight.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06240"/>
            <a:ext cx="11155680" cy="11887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622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4A15A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7083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43F"/>
                </a:solidFill>
                <a:latin typeface="Georgia"/>
              </a:rPr>
              <a:t>Bionic reads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28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B2416"/>
                </a:solidFill>
                <a:latin typeface="Calibri"/>
              </a:rPr>
              <a:t>With the LM Studio server on, rows can say Read by Bionic.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6A59"/>
                </a:solidFill>
                <a:latin typeface="Calibri"/>
              </a:rPr>
              <a:t>CloseDesk  ·  scripts extract, Bionic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E6A59"/>
                </a:solidFill>
                <a:latin typeface="Calibri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CloseDesk — how it works</dc:title>
  <dc:subject>Overnight inbox reading with a local Bionic model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