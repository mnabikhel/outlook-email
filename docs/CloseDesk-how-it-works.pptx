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A15A"/>
                </a:solidFill>
                <a:latin typeface="Calibri"/>
              </a:rPr>
              <a:t>CLOSEDESK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CF7"/>
                </a:solidFill>
                <a:latin typeface="Georgia"/>
              </a:rPr>
              <a:t>The inbox reads itself overnight.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5DCCF"/>
                </a:solidFill>
                <a:latin typeface="Calibri"/>
              </a:rPr>
              <a:t>Scripts pull the text, the amounts, and the dates.
A local model in Bionic decides what each message is and where it goes.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A15A"/>
                </a:solidFill>
                <a:latin typeface="Calibri"/>
              </a:rPr>
              <a:t>Daily digest   ·   Important   ·   Action items   ·   Informational   ·   Reference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A heavy inbox all looks the same.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Invoices, wires, bank statements, payroll, audit requests, and newsletters arrive in one list.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Opening each one to find out what it is takes longer than the work itself.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The dangerous note — “our bank details changed, please wire today” — looks like the rest.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You want a morning pile, not another inbox to scroll.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754880"/>
            <a:ext cx="11064240" cy="1325880"/>
          </a:xfrm>
          <a:prstGeom prst="rect">
            <a:avLst/>
          </a:prstGeom>
          <a:solidFill>
            <a:srgbClr val="122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CF7"/>
                </a:solidFill>
                <a:latin typeface="Calibri"/>
              </a:rPr>
              <a:t>CloseDesk’s morning is five places: the digest, Important, the action list, Informational, and Reference.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THE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Scripts are the tools. Bionic is the reader.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5394960" cy="448056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43F"/>
                </a:solidFill>
                <a:latin typeface="Georgia"/>
              </a:rPr>
              <a:t>Scripts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Read PDF, Excel, Word, PowerPoint, CSV, ZIP, .msg, and .eml.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Pull invoice numbers, amounts, due dates, and last-4 of account numbers.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Flag a payment-instruction change.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Draft a folder so the board is never empty.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554480"/>
            <a:ext cx="5486400" cy="4480560"/>
          </a:xfrm>
          <a:prstGeom prst="rect">
            <a:avLst/>
          </a:prstGeom>
          <a:solidFill>
            <a:srgbClr val="122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4A15A"/>
                </a:solidFill>
                <a:latin typeface="Georgia"/>
              </a:rPr>
              <a:t>Bionic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3317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FFFCF7"/>
                </a:solidFill>
                <a:latin typeface="Calibri"/>
              </a:rPr>
              <a:t>Reads the packet. It does not re-open the PDF.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CF7"/>
                </a:solidFill>
                <a:latin typeface="Calibri"/>
              </a:rPr>
              <a:t>Chooses the category, the folder, and the importance.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CF7"/>
                </a:solidFill>
                <a:latin typeface="Calibri"/>
              </a:rPr>
              <a:t>Writes the one-line summary you scan at breakfast.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CF7"/>
                </a:solidFill>
                <a:latin typeface="Calibri"/>
              </a:rPr>
              <a:t>Writes the action items, or keeps the script’s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ON THE LAPTOP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A folder is enough. Outlook login is optional.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486400" cy="196596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inbox/incoming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Drop .msg and .eml files here. A loose PDF or workbook is read on its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486400" cy="196596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inbox/attachments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If the files were saved separately, put them in a folder named like the message.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5486400" cy="196596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inbox/processed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Originals move here after a successful read, under the day’s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794760"/>
            <a:ext cx="5486400" cy="196596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inbox/extracted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720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Unpacked copies, so you can open the file without hunting through mail.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ONE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What Bionic sends back for each message.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Invoice, remittance, statement, tax notice, newsletter, and the rest.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Important, informational, or reference.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4592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Importance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Critical, high, medium, or low.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9476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507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6177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One sentence. This is what the list shows.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0507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6177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Real tasks, with a due date when the packet has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3794760"/>
            <a:ext cx="3657600" cy="1920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8" y="40507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43F"/>
                </a:solidFill>
                <a:latin typeface="Georgia"/>
              </a:rPr>
              <a:t>Why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46177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16"/>
                </a:solidFill>
                <a:latin typeface="Calibri"/>
              </a:rPr>
              <a:t>A sentence you can check when the filing looks odd.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IN THE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Five places. You do not start at the top of the inbox.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804672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Georgia"/>
              </a:rPr>
              <a:t>Daily digest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6459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Fraud first, then overdue, due today, invoices, and cash.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11155680" cy="804672"/>
          </a:xfrm>
          <a:prstGeom prst="rect">
            <a:avLst/>
          </a:prstGeom>
          <a:solidFill>
            <a:srgbClr val="FF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420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Georgia"/>
              </a:rPr>
              <a:t>Important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5603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Needs a decision, a payment check, or a close task.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11155680" cy="804672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564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Georgia"/>
              </a:rPr>
              <a:t>Action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4747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The task list. Mark them done, or export the CSV.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155680" cy="804672"/>
          </a:xfrm>
          <a:prstGeom prst="rect">
            <a:avLst/>
          </a:prstGeom>
          <a:solidFill>
            <a:srgbClr val="FF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Georgia"/>
              </a:rPr>
              <a:t>Informational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3891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Newsletters and FYI. Nothing is waiting on you.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120640"/>
            <a:ext cx="11155680" cy="804672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2852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Georgia"/>
              </a:rPr>
              <a:t>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3035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16"/>
                </a:solidFill>
                <a:latin typeface="Calibri"/>
              </a:rPr>
              <a:t>Statements, POs, contracts. Keep them. Not tonight’s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WHILE YOU SLEEP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One command runs the night.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743200" cy="3291840"/>
          </a:xfrm>
          <a:prstGeom prst="rect">
            <a:avLst/>
          </a:prstGeom>
          <a:solidFill>
            <a:srgbClr val="122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4A15A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CF7"/>
                </a:solidFill>
                <a:latin typeface="Georgia"/>
              </a:rP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EADF"/>
                </a:solidFill>
                <a:latin typeface="Calibri"/>
              </a:rPr>
              <a:t>New files in the drop folder, and Outlook if you connected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2743200" cy="32918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1031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4A15A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788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CF7"/>
                </a:solidFill>
                <a:latin typeface="Georgia"/>
              </a:rPr>
              <a:t>Packet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9184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EADF"/>
                </a:solidFill>
                <a:latin typeface="Calibri"/>
              </a:rPr>
              <a:t>Text, amounts, dates, filenames. The raw file stays closed.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920240"/>
            <a:ext cx="2743200" cy="3291840"/>
          </a:xfrm>
          <a:prstGeom prst="rect">
            <a:avLst/>
          </a:prstGeom>
          <a:solidFill>
            <a:srgbClr val="122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4A15A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788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CF7"/>
                </a:solidFill>
                <a:latin typeface="Georgia"/>
              </a:rPr>
              <a:t>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29184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EADF"/>
                </a:solidFill>
                <a:latin typeface="Calibri"/>
              </a:rPr>
              <a:t>The local model files up to 40 drafts.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920240"/>
            <a:ext cx="2743200" cy="32918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21031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4A15A"/>
                </a:solidFill>
                <a:latin typeface="Georg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788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CF7"/>
                </a:solidFill>
                <a:latin typeface="Georgia"/>
              </a:rPr>
              <a:t>Leave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29184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EADF"/>
                </a:solidFill>
                <a:latin typeface="Calibri"/>
              </a:rPr>
              <a:t>Folders, the digest, and data/overnight/YYYY-MM-DD.md.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243F"/>
                </a:solidFill>
                <a:latin typeface="Consolas"/>
              </a:rPr>
              <a:t>python -m controller_inbox overnight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TWO WAYS TO RUN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Same model. Same tools. Pick who drives.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486400" cy="438912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43F"/>
                </a:solidFill>
                <a:latin typeface="Georgia"/>
              </a:rPr>
              <a:t>Unattended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Leave LM Studio’s local server on.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Run the overnight command before you stop.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In the morning, open the dashboard.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Rows still waiting say so. Run it again if the server was 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86400" cy="438912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43F"/>
                </a:solidFill>
                <a:latin typeface="Georgia"/>
              </a:rPr>
              <a:t>In Bionic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Install the closedesk-inbox skill.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Ask Bionic to process the waiting queue.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It calls prepare_queue, then save_reading, then the digest.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16"/>
                </a:solidFill>
                <a:latin typeface="Calibri"/>
              </a:rPr>
              <a:t>Use this when you want to watch a batch, or correct course.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SHIP IT INTO BIONIC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The skill is a folder. Bionic already knows this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skill lives at bionic/closedesk-inbox/SKILL.md.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In Bionic: Settings → Skills, and add that file. Or type @Install Skill.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Open this project as Bionic’s working folder. The tools are python -m controller_inbox tool …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Set CONTROLLER_INBOX_LLM=true and point LLM_BASE_URL at http://127.0.0.1:1234/v1.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local-model means “whatever LM Studio has loaded.” Pin a model id only if you want one.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written steps are in docs/BIONIC_GUIDE.md.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WHEN IT IS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Say why. That reason is the next lesson.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Open the message and use Wrong category? A sentence is required.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next message from that sender follows the correction.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overnight run will not overwrite a message you already fixed.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reason is handed to Bionic inside the packet for later mail from that sender.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The same line is saved in data/training/corrections.jsonl.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2416"/>
                </a:solidFill>
                <a:latin typeface="Calibri"/>
              </a:rPr>
              <a:t>A saved correction cannot clear a new payment-instruction warning.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THE ONE RULE THE MODEL CANNOT BEND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A changed bank account is not informational.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11155680" cy="210312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CF7"/>
                </a:solidFill>
                <a:latin typeface="Georgia"/>
              </a:rPr>
              <a:t>Do not process. Verify by phone.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CF7"/>
                </a:solidFill>
                <a:latin typeface="Calibri"/>
              </a:rPr>
              <a:t>Call a number you already have. Do not pay, and do not update the vendor from the email.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B2416"/>
                </a:solidFill>
                <a:latin typeface="Calibri"/>
              </a:rPr>
              <a:t>If Bionic files that packet as a newsletter or as informational, CloseDesk puts it back in Important.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B2416"/>
                </a:solidFill>
                <a:latin typeface="Calibri"/>
              </a:rPr>
              <a:t>Any action that says to pay the new account is dropped. The phone-verify task stays.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B2416"/>
                </a:solidFill>
                <a:latin typeface="Calibri"/>
              </a:rPr>
              <a:t>A real wire that says it is not a change of account stays a wire request, not a fraud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15A"/>
                </a:solidFill>
                <a:latin typeface="Calibri"/>
              </a:rPr>
              <a:t>TONIGHT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243F"/>
                </a:solidFill>
                <a:latin typeface="Georgia"/>
              </a:rPr>
              <a:t>Five steps, then leave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1155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1    Install the project and the Python packages.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2    Load a model in LM Studio and start the local server.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3    Add the closedesk-inbox skill in Bionic, and turn CONTROLLER_INBOX_LLM 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4    Drop today’s .msg files into inbox/incoming.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B2416"/>
                </a:solidFill>
                <a:latin typeface="Calibri"/>
              </a:rPr>
              <a:t>5    Run python -m controller_inbox overnight. In the morning, open the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E6A59"/>
                </a:solidFill>
                <a:latin typeface="Calibri"/>
              </a:rPr>
              <a:t>Rows marked Waiting on Bionic are drafts. Read by Bionic means the model filed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6A59"/>
                </a:solidFill>
                <a:latin typeface="Calibri"/>
              </a:rPr>
              <a:t>CloseDesk  ·  scripts extract, Bionic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6A59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CloseDesk — how it works</dc:title>
  <dc:subject>Overnight inbox reading with a local Bionic model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